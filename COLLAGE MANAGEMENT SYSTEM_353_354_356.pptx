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6AA5-FBA5-FFF7-5B09-1BFFCA4FE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15D89-8F84-7909-A29C-B2AAA178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142E4-17A0-80E2-5AC3-F9553027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BD657-B0FA-43F1-AD5E-87368D01DD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776CB-B212-CE9E-3C7D-BBB56E93B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BF2D3-7900-4316-CF6D-CF0BE2C5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8A5B-73DC-4E51-A1DA-6D81D01E0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81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77B7-AED5-3118-15FB-BC87A391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0633B-7886-8634-EF0A-D3B343818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ABD65-9D79-03D4-154C-CE1101F6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BD657-B0FA-43F1-AD5E-87368D01DD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C0EFA-91E0-5ACA-54ED-F11221F0D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71DCF-C982-A83F-B2E5-93302C02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8A5B-73DC-4E51-A1DA-6D81D01E0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B2779-5E0F-5628-52B1-3A731863F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E341A-D85F-000E-9F39-20E123891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B0A3B-1C49-7000-C436-E70498AF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BD657-B0FA-43F1-AD5E-87368D01DD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FE3D3-FBCD-6618-F342-A0FA6110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5A12C-909B-9725-9E72-E52FB00D7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8A5B-73DC-4E51-A1DA-6D81D01E0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2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7782-44D5-30F4-DDD4-F1B95DE6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6AAB5-D6A4-35EE-2BA9-225A112F5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C9512-39FD-F2D5-D4DC-A93AA1ABE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219D3-1661-D5E8-ADFA-449D6ADB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BD657-B0FA-43F1-AD5E-87368D01DD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6B4C4-BCCF-19B7-0420-99B7E198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22E36-7C5D-430A-787D-3A993F01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8A5B-73DC-4E51-A1DA-6D81D01E0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8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907D-C4DB-1401-5098-85949EEE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2764B-011F-BCF5-3F19-2DE8898EA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EBF21-57FD-7F43-F68A-49511E78E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95EF9-125B-C246-4515-ABD61EAA6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8279E-D1D5-BD53-8EE9-9EFD4C7AD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1DD5F-4C7A-80CD-6AEB-B160F0282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BD657-B0FA-43F1-AD5E-87368D01DD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A75BD2-2C2B-F790-8CA5-4B7B24CE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13442C-82A5-9B81-5FFD-5040E499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8A5B-73DC-4E51-A1DA-6D81D01E0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17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F30F5-CE08-3EB5-7CBA-34A3E97ED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6F3395-3A06-EC67-89EF-7B64A15E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BD657-B0FA-43F1-AD5E-87368D01DD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6EC24-DC34-C10B-BC1E-AB87CF7FF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08163-48FC-1AB6-1F24-E97A68D3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8A5B-73DC-4E51-A1DA-6D81D01E0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4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8D5359-4F05-1064-F26D-ACCD5DAFC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BD657-B0FA-43F1-AD5E-87368D01DD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2314D-D7EC-4C21-3FF6-FA3FCA98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39C46-7C0E-13AA-536C-919E7F33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8A5B-73DC-4E51-A1DA-6D81D01E0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09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DB3D-11DE-1B1F-5DDB-C63EEBED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2C3A8-22E8-3982-7B55-64621D53B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B0298-BDF6-7CB3-4BAA-E9F0F3B32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E843A-C73A-F3AF-321E-5307F15B9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BD657-B0FA-43F1-AD5E-87368D01DD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56B20-C2BA-F303-A8D8-D02F69157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33AA7-7572-CABA-AB12-25EDE8DA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8A5B-73DC-4E51-A1DA-6D81D01E0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A0DA-EB89-D00D-4886-E951B12C2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0C0A4-BE5A-3AFE-4075-7739DEB03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1FFEE-B8D8-BD3B-40B8-B34AD54F3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59738-C64A-9541-845A-006F1BF2D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BD657-B0FA-43F1-AD5E-87368D01DD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6F235-0916-7434-3CAE-0C067BEC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0DC31-40B8-CC55-B774-E277DFC4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8A5B-73DC-4E51-A1DA-6D81D01E0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3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38543-D5AB-9EA3-E1B1-7D251652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E96D8-27E0-2978-FFE1-6CD28B061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8E125-1EFD-3FB8-CDF9-58B13FEE7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BD657-B0FA-43F1-AD5E-87368D01DD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68030-03B8-1E75-17D6-53230597E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FC46F-29A8-2AEF-6A19-3960147DF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8A5B-73DC-4E51-A1DA-6D81D01E0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9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C5293-58A5-3E42-3F2F-7D1FCF81D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C26DA-0544-B936-91D8-067CB3764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4A2D8-1898-970A-E9D7-2B862BF4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BD657-B0FA-43F1-AD5E-87368D01DD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EAF30-0D64-2A7D-A545-A3F861EC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E41ED-AD65-68C5-262C-808BDD80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8A5B-73DC-4E51-A1DA-6D81D01E0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5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FD95F-651D-108D-FE9A-8E28FC17C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4B3D8-AFF1-2B59-7C41-FE1EBE6E5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FC7F1-6AD7-BDD2-8C7D-B6A2F9A34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BD657-B0FA-43F1-AD5E-87368D01DD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B4979-8160-A24C-E985-00D3EDC60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262AF-198E-5BE0-F863-55011095A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18A5B-73DC-4E51-A1DA-6D81D01E0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3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2670-1133-6722-9F00-A917D89E84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COLLAGE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0B197-C4D0-10EE-AE89-FE5135513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80775"/>
          </a:xfrm>
        </p:spPr>
        <p:txBody>
          <a:bodyPr>
            <a:normAutofit/>
          </a:bodyPr>
          <a:lstStyle/>
          <a:p>
            <a:r>
              <a:rPr lang="en-US" dirty="0"/>
              <a:t>DATA STUUCTURE AND ALGORITHM(JAVA)</a:t>
            </a:r>
          </a:p>
          <a:p>
            <a:r>
              <a:rPr lang="en-US" dirty="0"/>
              <a:t>Group Members:</a:t>
            </a:r>
          </a:p>
          <a:p>
            <a:r>
              <a:rPr lang="en-US" dirty="0"/>
              <a:t>      1:Mohammed Numair(CSE 353)</a:t>
            </a:r>
          </a:p>
          <a:p>
            <a:r>
              <a:rPr lang="en-US" dirty="0"/>
              <a:t>       2:Mohammed Reyhan(CSE 354)</a:t>
            </a:r>
          </a:p>
          <a:p>
            <a:r>
              <a:rPr lang="en-US" dirty="0"/>
              <a:t>3:Alpansh Sharma(CSE 356)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DD8129-C264-E191-08FD-DAF6A596B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0"/>
            <a:ext cx="1769447" cy="176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21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AE75-DAAA-E9F6-695B-4A5277752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681037"/>
            <a:ext cx="4156587" cy="102122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Project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9E8FC-4914-B6D1-C8A1-EA50289B6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9" y="1465006"/>
            <a:ext cx="10881852" cy="4711957"/>
          </a:xfrm>
        </p:spPr>
        <p:txBody>
          <a:bodyPr>
            <a:normAutofit/>
          </a:bodyPr>
          <a:lstStyle/>
          <a:p>
            <a:r>
              <a:rPr lang="en-US" b="1" dirty="0"/>
              <a:t>Dynamic Data Management</a:t>
            </a:r>
          </a:p>
          <a:p>
            <a:r>
              <a:rPr lang="en-US" dirty="0"/>
              <a:t>College Management System handling student data efficiently using Java and Singly Linked List for dynamic memory management.</a:t>
            </a:r>
          </a:p>
          <a:p>
            <a:r>
              <a:rPr lang="en-US" b="1" dirty="0"/>
              <a:t>Key Attributes</a:t>
            </a:r>
          </a:p>
          <a:p>
            <a:r>
              <a:rPr lang="en-US" dirty="0"/>
              <a:t>Manages Roll Number, Name, and Attendance Percentage for each student record.</a:t>
            </a:r>
          </a:p>
          <a:p>
            <a:r>
              <a:rPr lang="en-US" b="1" dirty="0"/>
              <a:t>Flexible Storage</a:t>
            </a:r>
          </a:p>
          <a:p>
            <a:r>
              <a:rPr lang="en-US" dirty="0"/>
              <a:t>Students added without fixed array size limitations.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A3270-9085-E3AB-BCCC-5E15C1CE9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0"/>
            <a:ext cx="1769447" cy="176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478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AFE6D-998C-DC4F-08A1-DDDA54458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660923" cy="113921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Technical Features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03BEE-001D-7CC8-A512-D6042824E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032"/>
            <a:ext cx="10515600" cy="57223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Data Structures</a:t>
            </a:r>
          </a:p>
          <a:p>
            <a:r>
              <a:rPr lang="en-US" dirty="0"/>
              <a:t>Linked List for </a:t>
            </a:r>
            <a:r>
              <a:rPr lang="en-US" dirty="0" err="1"/>
              <a:t>addStudent</a:t>
            </a:r>
            <a:r>
              <a:rPr lang="en-US" dirty="0"/>
              <a:t>() operations</a:t>
            </a:r>
          </a:p>
          <a:p>
            <a:r>
              <a:rPr lang="en-US" dirty="0"/>
              <a:t>Linear Search for finding students by Roll Number</a:t>
            </a:r>
          </a:p>
          <a:p>
            <a:r>
              <a:rPr lang="en-US" dirty="0"/>
              <a:t>Bubble Sort for attendance-based sorting</a:t>
            </a:r>
          </a:p>
          <a:p>
            <a:r>
              <a:rPr lang="en-US" b="1" dirty="0"/>
              <a:t>Performance</a:t>
            </a:r>
          </a:p>
          <a:p>
            <a:r>
              <a:rPr lang="en-US" dirty="0"/>
              <a:t>Insertion operates in or time complexity.</a:t>
            </a:r>
          </a:p>
          <a:p>
            <a:r>
              <a:rPr lang="en-US" b="1" dirty="0"/>
              <a:t>Linked List</a:t>
            </a:r>
          </a:p>
          <a:p>
            <a:r>
              <a:rPr lang="en-US" dirty="0"/>
              <a:t>Dynamic node-based storage</a:t>
            </a:r>
          </a:p>
          <a:p>
            <a:r>
              <a:rPr lang="en-US" b="1" dirty="0"/>
              <a:t>Linear Search</a:t>
            </a:r>
          </a:p>
          <a:p>
            <a:r>
              <a:rPr lang="en-US" dirty="0"/>
              <a:t>Sequential traversal by Roll Number</a:t>
            </a:r>
          </a:p>
          <a:p>
            <a:r>
              <a:rPr lang="en-US" b="1" dirty="0"/>
              <a:t>Bubble Sort</a:t>
            </a:r>
          </a:p>
          <a:p>
            <a:r>
              <a:rPr lang="en-US" dirty="0"/>
              <a:t>Attendance-based ordering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147F9-5BEF-F100-05F3-4909B6E7F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0"/>
            <a:ext cx="1769447" cy="176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5445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BEF6B0-A38A-7D07-7332-57C54A82F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246806" cy="113921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Operation 3: Sorting by Attendance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9625AC-7020-698D-3F3D-2924D1160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156" y="1376516"/>
            <a:ext cx="5102942" cy="480044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Count Nodes</a:t>
            </a:r>
          </a:p>
          <a:p>
            <a:r>
              <a:rPr lang="en-US" dirty="0"/>
              <a:t>Traverse list to determine array size needed</a:t>
            </a:r>
          </a:p>
          <a:p>
            <a:r>
              <a:rPr lang="en-US" b="1" dirty="0"/>
              <a:t>Copy to Array</a:t>
            </a:r>
          </a:p>
          <a:p>
            <a:r>
              <a:rPr lang="en-US" dirty="0"/>
              <a:t>Transfer linked list data to Student array</a:t>
            </a:r>
          </a:p>
          <a:p>
            <a:r>
              <a:rPr lang="en-US" b="1" dirty="0"/>
              <a:t>Bubble Sort</a:t>
            </a:r>
          </a:p>
          <a:p>
            <a:r>
              <a:rPr lang="en-US" dirty="0"/>
              <a:t>Compare adjacent elements, swap if out of order</a:t>
            </a:r>
          </a:p>
          <a:p>
            <a:r>
              <a:rPr lang="en-US" b="1" dirty="0"/>
              <a:t>Display Results</a:t>
            </a:r>
          </a:p>
          <a:p>
            <a:r>
              <a:rPr lang="en-US" dirty="0"/>
              <a:t>Print sorted list from lowest to highest attendance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E6335-530E-AB26-3DEB-109F1FED0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0026" y="1582994"/>
            <a:ext cx="5887065" cy="541757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Sorting Logic</a:t>
            </a:r>
          </a:p>
          <a:p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count - 1;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for (int j = 0; j &lt; count - </a:t>
            </a:r>
            <a:r>
              <a:rPr lang="en-US" dirty="0" err="1"/>
              <a:t>i</a:t>
            </a:r>
            <a:r>
              <a:rPr lang="en-US" dirty="0"/>
              <a:t> - 1;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dirty="0"/>
              <a:t>    if (A1[j].attendance &gt; A1[j + 1].attendance) {</a:t>
            </a:r>
          </a:p>
          <a:p>
            <a:r>
              <a:rPr lang="en-US" dirty="0"/>
              <a:t>      Student temp = A1[j];</a:t>
            </a:r>
          </a:p>
          <a:p>
            <a:r>
              <a:rPr lang="en-US" dirty="0"/>
              <a:t>      A1[j] = A1[j + 1];</a:t>
            </a:r>
          </a:p>
          <a:p>
            <a:r>
              <a:rPr lang="en-US" dirty="0"/>
              <a:t>      A1[j + 1] = temp;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75623-E8BD-2381-4E72-D85A1E3CD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0"/>
            <a:ext cx="1769447" cy="176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4350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FD2786B-1C8B-BD89-9329-BD7F6059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98" y="99654"/>
            <a:ext cx="5600341" cy="1325563"/>
          </a:xfrm>
        </p:spPr>
        <p:txBody>
          <a:bodyPr/>
          <a:lstStyle/>
          <a:p>
            <a:r>
              <a:rPr lang="en-US" dirty="0"/>
              <a:t>CODE SCREENSHORT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82194B7-1498-4D12-EA6D-4C6C8FD73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 flipV="1">
            <a:off x="11611897" y="920853"/>
            <a:ext cx="49161" cy="111533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22B9ACE-0392-7AE3-6F5D-8FDC0D9C3C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98" y="1573161"/>
            <a:ext cx="5748278" cy="4919713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D99E74-C796-758F-14D9-01B5CEFA1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25000" lnSpcReduction="20000"/>
          </a:bodyPr>
          <a:lstStyle/>
          <a:p>
            <a:endParaRPr lang="en-US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AE437C98-CE42-4B50-58DA-69EA95D8737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73161"/>
            <a:ext cx="5183188" cy="48312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A36135-3718-BBAF-2589-E96209281B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355" y="0"/>
            <a:ext cx="1769447" cy="157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2493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74DA32-7185-186F-6D46-43009A2E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756" y="0"/>
            <a:ext cx="6459999" cy="1573161"/>
          </a:xfrm>
        </p:spPr>
        <p:txBody>
          <a:bodyPr/>
          <a:lstStyle/>
          <a:p>
            <a:r>
              <a:rPr lang="en-US" dirty="0"/>
              <a:t>OUTPUT SCREENSHORT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CCEC1B6-6BAA-202B-A5AC-BABBA78D95B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56" y="1347020"/>
            <a:ext cx="5742244" cy="5145856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1367EEA-AAB6-69E8-7B58-421ACAFDB1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309" y="1347020"/>
            <a:ext cx="5358786" cy="51458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444A5A-7891-F96D-01C6-8C061DD5D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342" y="0"/>
            <a:ext cx="1769447" cy="123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1349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278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COLLAGE MANAGEMENT SYSTEM</vt:lpstr>
      <vt:lpstr>Project Overview </vt:lpstr>
      <vt:lpstr>Technical Features </vt:lpstr>
      <vt:lpstr>Operation 3: Sorting by Attendance </vt:lpstr>
      <vt:lpstr>CODE SCREENSHORT</vt:lpstr>
      <vt:lpstr>OUTPUT SCREENSHORT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Numairuddin</dc:creator>
  <cp:lastModifiedBy>Mohammed Numairuddin</cp:lastModifiedBy>
  <cp:revision>1</cp:revision>
  <dcterms:created xsi:type="dcterms:W3CDTF">2026-03-28T04:21:39Z</dcterms:created>
  <dcterms:modified xsi:type="dcterms:W3CDTF">2026-03-28T05:11:32Z</dcterms:modified>
</cp:coreProperties>
</file>